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8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PHISHING AWARENESS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guide to recognising phishing emails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3657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Roy  |  CITS2006 Defensive Cybersecurity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WHY THIS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#1 way attackers get 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phishing email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14630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1463040"/>
            <a:ext cx="2651760" cy="6400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$3.1B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93008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in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in 2022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93008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ACCC Scamwatch, 2022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4630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54496" y="1463040"/>
            <a:ext cx="2651760" cy="6400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91656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391656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before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clicks the link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91656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DBIR, 2023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a few simple habits stop most attacks.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disguised message from a criminal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someone you trust.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letter that looks like it's from your bank — but was written by a criminal to steal your password. The attacker impersonates a trusted sender to trick you into clicking a link or handing over your credentials.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red flags every student should know  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1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RED FLAG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Mismatch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name may say "PayPal Support" — but always check the actual email address behind it. Attackers count on you reading only the name and never checking the domain.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⚠ 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name: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Support
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address: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paypal-support@gmail.com
</a:t>
            </a: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PayPal emails always come from @paypal.com — never a free Gmail address.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Always check the domain after the @ — not just the display name.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1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RED FLAG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 Language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create artificial pressure to make you act before you think. This technique — urgency/fear-based social engineering — is designed to short-circuit your rational judgement.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53035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4688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 — verify immediately"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822960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1272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"Immediate action required or your access will be revoked"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53035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694176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7856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been selected for an urgent security review"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Slow down. Legitimate organisations never threaten immediate closure via email.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1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</a:rPr>
              <a:t>RED FLAG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Spoofed Links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text might say "Click here to verify" — but hovering reveals a completely different URL. Advanced attackers use homograph attacks, replacing a letter with a visually identical Unicode character.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⚠  HOMOGRAPH ATTACK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text: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"UWA IT Support — Reset your password"
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URL: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http://uwа-it-reset.com/login
</a:t>
            </a: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"а" in "uwa" is a Cyrillic character — visually identical, entirely different domain.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78224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40050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link to preview the real URL before clicking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89704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4416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the official website — never via an email link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QUIZ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 the Phish?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" cy="7772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"PayPal Support" asks you to verify your account. The sender address is paypal-support@gmail.com. Is this legitimate?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177393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— legitimate PayPal emails come from @paypal.com, never a free Gmail address.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77724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530352" cy="7772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042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says "Your account will be SUSPENDED in 24 hours unless you verify immediately!" What technique is being used?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266090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Urgency / fear-based social engineering — designed to make you act without thinking.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530352" cy="7772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1912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 a link in an email, what is the safest first action to take?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54787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Hover over the link to preview the actual URL — then go directly to the official site instead.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77724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32504"/>
            <a:ext cx="530352" cy="7772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32504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782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reads http://uwа-it-reset.com/login. It looks like UWA but something is wrong. What is it?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" y="443484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Homograph attack — the "а" in "uwa" is a Cyrillic character, not a Latin 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1371600" cy="16687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real email address — not just the display name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manipulation tactic — slow down and verify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 — know where the link really goes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6576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report to IT and delete without clicking anything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Roy  |  CITS2006 Defensive Cybersecurity  |  github.com/Justin2204/Portfolio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689</Words>
  <Application>Microsoft Macintosh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You Spot the Phish?</dc:title>
  <dc:subject>PptxGenJS Presentation</dc:subject>
  <dc:creator>Justin Roy</dc:creator>
  <cp:lastModifiedBy>Justin Roy (23472969)</cp:lastModifiedBy>
  <cp:revision>1</cp:revision>
  <dcterms:created xsi:type="dcterms:W3CDTF">2026-05-22T01:46:47Z</dcterms:created>
  <dcterms:modified xsi:type="dcterms:W3CDTF">2026-05-22T02:00:48Z</dcterms:modified>
</cp:coreProperties>
</file>