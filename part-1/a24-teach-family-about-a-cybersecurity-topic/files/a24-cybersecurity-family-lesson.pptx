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184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8639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137160"/>
            <a:ext cx="54864" cy="54864"/>
          </a:xfrm>
          <a:prstGeom prst="ellipse">
            <a:avLst/>
          </a:prstGeom>
          <a:solidFill>
            <a:srgbClr val="00AEEF">
              <a:alpha val="30000"/>
            </a:srgbClr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39712" y="137160"/>
            <a:ext cx="54864" cy="54864"/>
          </a:xfrm>
          <a:prstGeom prst="ellipse">
            <a:avLst/>
          </a:prstGeom>
          <a:solidFill>
            <a:srgbClr val="00AEEF">
              <a:alpha val="30000"/>
            </a:srgbClr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095744" y="137160"/>
            <a:ext cx="54864" cy="54864"/>
          </a:xfrm>
          <a:prstGeom prst="ellipse">
            <a:avLst/>
          </a:prstGeom>
          <a:solidFill>
            <a:srgbClr val="00AEEF">
              <a:alpha val="30000"/>
            </a:srgbClr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51776" y="137160"/>
            <a:ext cx="54864" cy="54864"/>
          </a:xfrm>
          <a:prstGeom prst="ellipse">
            <a:avLst/>
          </a:prstGeom>
          <a:solidFill>
            <a:srgbClr val="00AEEF">
              <a:alpha val="30000"/>
            </a:srgbClr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607808" y="137160"/>
            <a:ext cx="54864" cy="54864"/>
          </a:xfrm>
          <a:prstGeom prst="ellipse">
            <a:avLst/>
          </a:prstGeom>
          <a:solidFill>
            <a:srgbClr val="00AEEF">
              <a:alpha val="30000"/>
            </a:srgbClr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863840" y="137160"/>
            <a:ext cx="54864" cy="54864"/>
          </a:xfrm>
          <a:prstGeom prst="ellipse">
            <a:avLst/>
          </a:prstGeom>
          <a:solidFill>
            <a:srgbClr val="00AEEF">
              <a:alpha val="30000"/>
            </a:srgbClr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119872" y="137160"/>
            <a:ext cx="54864" cy="54864"/>
          </a:xfrm>
          <a:prstGeom prst="ellipse">
            <a:avLst/>
          </a:prstGeom>
          <a:solidFill>
            <a:srgbClr val="00AEEF">
              <a:alpha val="30000"/>
            </a:srgbClr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375904" y="137160"/>
            <a:ext cx="54864" cy="54864"/>
          </a:xfrm>
          <a:prstGeom prst="ellipse">
            <a:avLst/>
          </a:prstGeom>
          <a:solidFill>
            <a:srgbClr val="00AEEF">
              <a:alpha val="30000"/>
            </a:srgbClr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631936" y="137160"/>
            <a:ext cx="54864" cy="54864"/>
          </a:xfrm>
          <a:prstGeom prst="ellipse">
            <a:avLst/>
          </a:prstGeom>
          <a:solidFill>
            <a:srgbClr val="00AEEF">
              <a:alpha val="30000"/>
            </a:srgbClr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583680" y="393192"/>
            <a:ext cx="54864" cy="54864"/>
          </a:xfrm>
          <a:prstGeom prst="ellipse">
            <a:avLst/>
          </a:prstGeom>
          <a:solidFill>
            <a:srgbClr val="00AEEF">
              <a:alpha val="30000"/>
            </a:srgbClr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839712" y="393192"/>
            <a:ext cx="54864" cy="54864"/>
          </a:xfrm>
          <a:prstGeom prst="ellipse">
            <a:avLst/>
          </a:prstGeom>
          <a:solidFill>
            <a:srgbClr val="00AEEF">
              <a:alpha val="30000"/>
            </a:srgbClr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095744" y="393192"/>
            <a:ext cx="54864" cy="54864"/>
          </a:xfrm>
          <a:prstGeom prst="ellipse">
            <a:avLst/>
          </a:prstGeom>
          <a:solidFill>
            <a:srgbClr val="00AEEF">
              <a:alpha val="30000"/>
            </a:srgbClr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351776" y="393192"/>
            <a:ext cx="54864" cy="54864"/>
          </a:xfrm>
          <a:prstGeom prst="ellipse">
            <a:avLst/>
          </a:prstGeom>
          <a:solidFill>
            <a:srgbClr val="00AEEF">
              <a:alpha val="30000"/>
            </a:srgbClr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607808" y="393192"/>
            <a:ext cx="54864" cy="54864"/>
          </a:xfrm>
          <a:prstGeom prst="ellipse">
            <a:avLst/>
          </a:prstGeom>
          <a:solidFill>
            <a:srgbClr val="00AEEF">
              <a:alpha val="30000"/>
            </a:srgbClr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863840" y="393192"/>
            <a:ext cx="54864" cy="54864"/>
          </a:xfrm>
          <a:prstGeom prst="ellipse">
            <a:avLst/>
          </a:prstGeom>
          <a:solidFill>
            <a:srgbClr val="00AEEF">
              <a:alpha val="30000"/>
            </a:srgbClr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119872" y="393192"/>
            <a:ext cx="54864" cy="54864"/>
          </a:xfrm>
          <a:prstGeom prst="ellipse">
            <a:avLst/>
          </a:prstGeom>
          <a:solidFill>
            <a:srgbClr val="00AEEF">
              <a:alpha val="30000"/>
            </a:srgbClr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375904" y="393192"/>
            <a:ext cx="54864" cy="54864"/>
          </a:xfrm>
          <a:prstGeom prst="ellipse">
            <a:avLst/>
          </a:prstGeom>
          <a:solidFill>
            <a:srgbClr val="00AEEF">
              <a:alpha val="30000"/>
            </a:srgbClr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631936" y="393192"/>
            <a:ext cx="54864" cy="54864"/>
          </a:xfrm>
          <a:prstGeom prst="ellipse">
            <a:avLst/>
          </a:prstGeom>
          <a:solidFill>
            <a:srgbClr val="00AEEF">
              <a:alpha val="30000"/>
            </a:srgbClr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583680" y="649224"/>
            <a:ext cx="54864" cy="54864"/>
          </a:xfrm>
          <a:prstGeom prst="ellipse">
            <a:avLst/>
          </a:prstGeom>
          <a:solidFill>
            <a:srgbClr val="00AEEF">
              <a:alpha val="30000"/>
            </a:srgbClr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839712" y="649224"/>
            <a:ext cx="54864" cy="54864"/>
          </a:xfrm>
          <a:prstGeom prst="ellipse">
            <a:avLst/>
          </a:prstGeom>
          <a:solidFill>
            <a:srgbClr val="00AEEF">
              <a:alpha val="30000"/>
            </a:srgbClr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095744" y="649224"/>
            <a:ext cx="54864" cy="54864"/>
          </a:xfrm>
          <a:prstGeom prst="ellipse">
            <a:avLst/>
          </a:prstGeom>
          <a:solidFill>
            <a:srgbClr val="00AEEF">
              <a:alpha val="30000"/>
            </a:srgbClr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351776" y="649224"/>
            <a:ext cx="54864" cy="54864"/>
          </a:xfrm>
          <a:prstGeom prst="ellipse">
            <a:avLst/>
          </a:prstGeom>
          <a:solidFill>
            <a:srgbClr val="00AEEF">
              <a:alpha val="30000"/>
            </a:srgbClr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607808" y="649224"/>
            <a:ext cx="54864" cy="54864"/>
          </a:xfrm>
          <a:prstGeom prst="ellipse">
            <a:avLst/>
          </a:prstGeom>
          <a:solidFill>
            <a:srgbClr val="00AEEF">
              <a:alpha val="30000"/>
            </a:srgbClr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863840" y="649224"/>
            <a:ext cx="54864" cy="54864"/>
          </a:xfrm>
          <a:prstGeom prst="ellipse">
            <a:avLst/>
          </a:prstGeom>
          <a:solidFill>
            <a:srgbClr val="00AEEF">
              <a:alpha val="30000"/>
            </a:srgbClr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119872" y="649224"/>
            <a:ext cx="54864" cy="54864"/>
          </a:xfrm>
          <a:prstGeom prst="ellipse">
            <a:avLst/>
          </a:prstGeom>
          <a:solidFill>
            <a:srgbClr val="00AEEF">
              <a:alpha val="30000"/>
            </a:srgbClr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375904" y="649224"/>
            <a:ext cx="54864" cy="54864"/>
          </a:xfrm>
          <a:prstGeom prst="ellipse">
            <a:avLst/>
          </a:prstGeom>
          <a:solidFill>
            <a:srgbClr val="00AEEF">
              <a:alpha val="30000"/>
            </a:srgbClr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8631936" y="649224"/>
            <a:ext cx="54864" cy="54864"/>
          </a:xfrm>
          <a:prstGeom prst="ellipse">
            <a:avLst/>
          </a:prstGeom>
          <a:solidFill>
            <a:srgbClr val="00AEEF">
              <a:alpha val="30000"/>
            </a:srgbClr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583680" y="905256"/>
            <a:ext cx="54864" cy="54864"/>
          </a:xfrm>
          <a:prstGeom prst="ellipse">
            <a:avLst/>
          </a:prstGeom>
          <a:solidFill>
            <a:srgbClr val="00AEEF">
              <a:alpha val="30000"/>
            </a:srgbClr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839712" y="905256"/>
            <a:ext cx="54864" cy="54864"/>
          </a:xfrm>
          <a:prstGeom prst="ellipse">
            <a:avLst/>
          </a:prstGeom>
          <a:solidFill>
            <a:srgbClr val="00AEEF">
              <a:alpha val="30000"/>
            </a:srgbClr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7095744" y="905256"/>
            <a:ext cx="54864" cy="54864"/>
          </a:xfrm>
          <a:prstGeom prst="ellipse">
            <a:avLst/>
          </a:prstGeom>
          <a:solidFill>
            <a:srgbClr val="00AEEF">
              <a:alpha val="30000"/>
            </a:srgbClr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7351776" y="905256"/>
            <a:ext cx="54864" cy="54864"/>
          </a:xfrm>
          <a:prstGeom prst="ellipse">
            <a:avLst/>
          </a:prstGeom>
          <a:solidFill>
            <a:srgbClr val="00AEEF">
              <a:alpha val="30000"/>
            </a:srgbClr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7607808" y="905256"/>
            <a:ext cx="54864" cy="54864"/>
          </a:xfrm>
          <a:prstGeom prst="ellipse">
            <a:avLst/>
          </a:prstGeom>
          <a:solidFill>
            <a:srgbClr val="00AEEF">
              <a:alpha val="30000"/>
            </a:srgbClr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7863840" y="905256"/>
            <a:ext cx="54864" cy="54864"/>
          </a:xfrm>
          <a:prstGeom prst="ellipse">
            <a:avLst/>
          </a:prstGeom>
          <a:solidFill>
            <a:srgbClr val="00AEEF">
              <a:alpha val="30000"/>
            </a:srgbClr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8119872" y="905256"/>
            <a:ext cx="54864" cy="54864"/>
          </a:xfrm>
          <a:prstGeom prst="ellipse">
            <a:avLst/>
          </a:prstGeom>
          <a:solidFill>
            <a:srgbClr val="00AEEF">
              <a:alpha val="30000"/>
            </a:srgbClr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8375904" y="905256"/>
            <a:ext cx="54864" cy="54864"/>
          </a:xfrm>
          <a:prstGeom prst="ellipse">
            <a:avLst/>
          </a:prstGeom>
          <a:solidFill>
            <a:srgbClr val="00AEEF">
              <a:alpha val="30000"/>
            </a:srgbClr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8631936" y="905256"/>
            <a:ext cx="54864" cy="54864"/>
          </a:xfrm>
          <a:prstGeom prst="ellipse">
            <a:avLst/>
          </a:prstGeom>
          <a:solidFill>
            <a:srgbClr val="00AEEF">
              <a:alpha val="30000"/>
            </a:srgbClr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583680" y="1161288"/>
            <a:ext cx="54864" cy="54864"/>
          </a:xfrm>
          <a:prstGeom prst="ellipse">
            <a:avLst/>
          </a:prstGeom>
          <a:solidFill>
            <a:srgbClr val="00AEEF">
              <a:alpha val="30000"/>
            </a:srgbClr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839712" y="1161288"/>
            <a:ext cx="54864" cy="54864"/>
          </a:xfrm>
          <a:prstGeom prst="ellipse">
            <a:avLst/>
          </a:prstGeom>
          <a:solidFill>
            <a:srgbClr val="00AEEF">
              <a:alpha val="30000"/>
            </a:srgbClr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7095744" y="1161288"/>
            <a:ext cx="54864" cy="54864"/>
          </a:xfrm>
          <a:prstGeom prst="ellipse">
            <a:avLst/>
          </a:prstGeom>
          <a:solidFill>
            <a:srgbClr val="00AEEF">
              <a:alpha val="30000"/>
            </a:srgbClr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7351776" y="1161288"/>
            <a:ext cx="54864" cy="54864"/>
          </a:xfrm>
          <a:prstGeom prst="ellipse">
            <a:avLst/>
          </a:prstGeom>
          <a:solidFill>
            <a:srgbClr val="00AEEF">
              <a:alpha val="30000"/>
            </a:srgbClr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7607808" y="1161288"/>
            <a:ext cx="54864" cy="54864"/>
          </a:xfrm>
          <a:prstGeom prst="ellipse">
            <a:avLst/>
          </a:prstGeom>
          <a:solidFill>
            <a:srgbClr val="00AEEF">
              <a:alpha val="30000"/>
            </a:srgbClr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7863840" y="1161288"/>
            <a:ext cx="54864" cy="54864"/>
          </a:xfrm>
          <a:prstGeom prst="ellipse">
            <a:avLst/>
          </a:prstGeom>
          <a:solidFill>
            <a:srgbClr val="00AEEF">
              <a:alpha val="30000"/>
            </a:srgbClr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8119872" y="1161288"/>
            <a:ext cx="54864" cy="54864"/>
          </a:xfrm>
          <a:prstGeom prst="ellipse">
            <a:avLst/>
          </a:prstGeom>
          <a:solidFill>
            <a:srgbClr val="00AEEF">
              <a:alpha val="30000"/>
            </a:srgbClr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8375904" y="1161288"/>
            <a:ext cx="54864" cy="54864"/>
          </a:xfrm>
          <a:prstGeom prst="ellipse">
            <a:avLst/>
          </a:prstGeom>
          <a:solidFill>
            <a:srgbClr val="00AEEF">
              <a:alpha val="30000"/>
            </a:srgbClr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8631936" y="1161288"/>
            <a:ext cx="54864" cy="54864"/>
          </a:xfrm>
          <a:prstGeom prst="ellipse">
            <a:avLst/>
          </a:prstGeom>
          <a:solidFill>
            <a:srgbClr val="00AEEF">
              <a:alpha val="30000"/>
            </a:srgbClr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6583680" y="1417320"/>
            <a:ext cx="54864" cy="54864"/>
          </a:xfrm>
          <a:prstGeom prst="ellipse">
            <a:avLst/>
          </a:prstGeom>
          <a:solidFill>
            <a:srgbClr val="00AEEF">
              <a:alpha val="30000"/>
            </a:srgbClr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6839712" y="1417320"/>
            <a:ext cx="54864" cy="54864"/>
          </a:xfrm>
          <a:prstGeom prst="ellipse">
            <a:avLst/>
          </a:prstGeom>
          <a:solidFill>
            <a:srgbClr val="00AEEF">
              <a:alpha val="30000"/>
            </a:srgbClr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7095744" y="1417320"/>
            <a:ext cx="54864" cy="54864"/>
          </a:xfrm>
          <a:prstGeom prst="ellipse">
            <a:avLst/>
          </a:prstGeom>
          <a:solidFill>
            <a:srgbClr val="00AEEF">
              <a:alpha val="30000"/>
            </a:srgbClr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7351776" y="1417320"/>
            <a:ext cx="54864" cy="54864"/>
          </a:xfrm>
          <a:prstGeom prst="ellipse">
            <a:avLst/>
          </a:prstGeom>
          <a:solidFill>
            <a:srgbClr val="00AEEF">
              <a:alpha val="30000"/>
            </a:srgbClr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7607808" y="1417320"/>
            <a:ext cx="54864" cy="54864"/>
          </a:xfrm>
          <a:prstGeom prst="ellipse">
            <a:avLst/>
          </a:prstGeom>
          <a:solidFill>
            <a:srgbClr val="00AEEF">
              <a:alpha val="30000"/>
            </a:srgbClr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7863840" y="1417320"/>
            <a:ext cx="54864" cy="54864"/>
          </a:xfrm>
          <a:prstGeom prst="ellipse">
            <a:avLst/>
          </a:prstGeom>
          <a:solidFill>
            <a:srgbClr val="00AEEF">
              <a:alpha val="30000"/>
            </a:srgbClr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8119872" y="1417320"/>
            <a:ext cx="54864" cy="54864"/>
          </a:xfrm>
          <a:prstGeom prst="ellipse">
            <a:avLst/>
          </a:prstGeom>
          <a:solidFill>
            <a:srgbClr val="00AEEF">
              <a:alpha val="30000"/>
            </a:srgbClr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8375904" y="1417320"/>
            <a:ext cx="54864" cy="54864"/>
          </a:xfrm>
          <a:prstGeom prst="ellipse">
            <a:avLst/>
          </a:prstGeom>
          <a:solidFill>
            <a:srgbClr val="00AEEF">
              <a:alpha val="30000"/>
            </a:srgbClr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8631936" y="1417320"/>
            <a:ext cx="54864" cy="54864"/>
          </a:xfrm>
          <a:prstGeom prst="ellipse">
            <a:avLst/>
          </a:prstGeom>
          <a:solidFill>
            <a:srgbClr val="00AEEF">
              <a:alpha val="30000"/>
            </a:srgbClr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6766560" y="274320"/>
            <a:ext cx="2286000" cy="2286000"/>
          </a:xfrm>
          <a:prstGeom prst="ellipse">
            <a:avLst/>
          </a:prstGeom>
          <a:solidFill>
            <a:srgbClr val="00AEEF">
              <a:alpha val="18000"/>
            </a:srgbClr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7223760" y="685800"/>
            <a:ext cx="1371600" cy="1371600"/>
          </a:xfrm>
          <a:prstGeom prst="ellipse">
            <a:avLst/>
          </a:prstGeom>
          <a:solidFill>
            <a:srgbClr val="00AEEF">
              <a:alpha val="35000"/>
            </a:srgbClr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00AEEF">
              <a:alpha val="12000"/>
            </a:srgbClr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457200" y="47274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CITS2006 — Defensive Cybersecurity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457200" y="777240"/>
            <a:ext cx="5943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Safe Online</a:t>
            </a:r>
            <a:endParaRPr lang="en-US" sz="4600" dirty="0"/>
          </a:p>
        </p:txBody>
      </p:sp>
      <p:sp>
        <p:nvSpPr>
          <p:cNvPr id="61" name="Shape 59"/>
          <p:cNvSpPr/>
          <p:nvPr/>
        </p:nvSpPr>
        <p:spPr>
          <a:xfrm>
            <a:off x="457200" y="1719072"/>
            <a:ext cx="1828800" cy="50292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457200" y="1847088"/>
            <a:ext cx="5669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family guide to spotting phishing emails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securing accounts with 2FA</a:t>
            </a:r>
            <a:endParaRPr lang="en-US" sz="1800" dirty="0"/>
          </a:p>
        </p:txBody>
      </p:sp>
      <p:sp>
        <p:nvSpPr>
          <p:cNvPr id="63" name="Shape 61"/>
          <p:cNvSpPr/>
          <p:nvPr/>
        </p:nvSpPr>
        <p:spPr>
          <a:xfrm>
            <a:off x="457200" y="2852928"/>
            <a:ext cx="2011680" cy="384048"/>
          </a:xfrm>
          <a:prstGeom prst="rect">
            <a:avLst/>
          </a:prstGeom>
          <a:solidFill>
            <a:srgbClr val="00AEEF">
              <a:alpha val="18000"/>
            </a:srgbClr>
          </a:solidFill>
          <a:ln w="12700">
            <a:solidFill>
              <a:srgbClr val="00AEE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502920" y="28803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Justin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457200" y="3438144"/>
            <a:ext cx="1737360" cy="329184"/>
          </a:xfrm>
          <a:prstGeom prst="rect">
            <a:avLst/>
          </a:prstGeom>
          <a:solidFill>
            <a:srgbClr val="162232"/>
          </a:solidFill>
          <a:ln w="12700">
            <a:solidFill>
              <a:srgbClr val="1E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457200" y="343814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2377440" y="3438144"/>
            <a:ext cx="1737360" cy="329184"/>
          </a:xfrm>
          <a:prstGeom prst="rect">
            <a:avLst/>
          </a:prstGeom>
          <a:solidFill>
            <a:srgbClr val="162232"/>
          </a:solidFill>
          <a:ln w="12700">
            <a:solidFill>
              <a:srgbClr val="1E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2377440" y="343814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2FA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4297680" y="3438144"/>
            <a:ext cx="1737360" cy="329184"/>
          </a:xfrm>
          <a:prstGeom prst="rect">
            <a:avLst/>
          </a:prstGeom>
          <a:solidFill>
            <a:srgbClr val="162232"/>
          </a:solidFill>
          <a:ln w="12700">
            <a:solidFill>
              <a:srgbClr val="1E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4297680" y="343814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Security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2A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91440"/>
            <a:ext cx="45720" cy="45720"/>
          </a:xfrm>
          <a:prstGeom prst="ellipse">
            <a:avLst/>
          </a:prstGeom>
          <a:solidFill>
            <a:srgbClr val="00AEEF">
              <a:alpha val="30000"/>
            </a:srgbClr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790688" y="91440"/>
            <a:ext cx="45720" cy="45720"/>
          </a:xfrm>
          <a:prstGeom prst="ellipse">
            <a:avLst/>
          </a:prstGeom>
          <a:solidFill>
            <a:srgbClr val="00AEEF">
              <a:alpha val="30000"/>
            </a:srgbClr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991856" y="91440"/>
            <a:ext cx="45720" cy="45720"/>
          </a:xfrm>
          <a:prstGeom prst="ellipse">
            <a:avLst/>
          </a:prstGeom>
          <a:solidFill>
            <a:srgbClr val="00AEEF">
              <a:alpha val="30000"/>
            </a:srgbClr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193024" y="91440"/>
            <a:ext cx="45720" cy="45720"/>
          </a:xfrm>
          <a:prstGeom prst="ellipse">
            <a:avLst/>
          </a:prstGeom>
          <a:solidFill>
            <a:srgbClr val="00AEEF">
              <a:alpha val="30000"/>
            </a:srgbClr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394192" y="91440"/>
            <a:ext cx="45720" cy="45720"/>
          </a:xfrm>
          <a:prstGeom prst="ellipse">
            <a:avLst/>
          </a:prstGeom>
          <a:solidFill>
            <a:srgbClr val="00AEEF">
              <a:alpha val="30000"/>
            </a:srgbClr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595360" y="91440"/>
            <a:ext cx="45720" cy="45720"/>
          </a:xfrm>
          <a:prstGeom prst="ellipse">
            <a:avLst/>
          </a:prstGeom>
          <a:solidFill>
            <a:srgbClr val="00AEEF">
              <a:alpha val="30000"/>
            </a:srgbClr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589520" y="292608"/>
            <a:ext cx="45720" cy="45720"/>
          </a:xfrm>
          <a:prstGeom prst="ellipse">
            <a:avLst/>
          </a:prstGeom>
          <a:solidFill>
            <a:srgbClr val="00AEEF">
              <a:alpha val="30000"/>
            </a:srgbClr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790688" y="292608"/>
            <a:ext cx="45720" cy="45720"/>
          </a:xfrm>
          <a:prstGeom prst="ellipse">
            <a:avLst/>
          </a:prstGeom>
          <a:solidFill>
            <a:srgbClr val="00AEEF">
              <a:alpha val="30000"/>
            </a:srgbClr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991856" y="292608"/>
            <a:ext cx="45720" cy="45720"/>
          </a:xfrm>
          <a:prstGeom prst="ellipse">
            <a:avLst/>
          </a:prstGeom>
          <a:solidFill>
            <a:srgbClr val="00AEEF">
              <a:alpha val="30000"/>
            </a:srgbClr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193024" y="292608"/>
            <a:ext cx="45720" cy="45720"/>
          </a:xfrm>
          <a:prstGeom prst="ellipse">
            <a:avLst/>
          </a:prstGeom>
          <a:solidFill>
            <a:srgbClr val="00AEEF">
              <a:alpha val="30000"/>
            </a:srgbClr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394192" y="292608"/>
            <a:ext cx="45720" cy="45720"/>
          </a:xfrm>
          <a:prstGeom prst="ellipse">
            <a:avLst/>
          </a:prstGeom>
          <a:solidFill>
            <a:srgbClr val="00AEEF">
              <a:alpha val="30000"/>
            </a:srgbClr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595360" y="292608"/>
            <a:ext cx="45720" cy="45720"/>
          </a:xfrm>
          <a:prstGeom prst="ellipse">
            <a:avLst/>
          </a:prstGeom>
          <a:solidFill>
            <a:srgbClr val="00AEEF">
              <a:alpha val="30000"/>
            </a:srgbClr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589520" y="493776"/>
            <a:ext cx="45720" cy="45720"/>
          </a:xfrm>
          <a:prstGeom prst="ellipse">
            <a:avLst/>
          </a:prstGeom>
          <a:solidFill>
            <a:srgbClr val="00AEEF">
              <a:alpha val="30000"/>
            </a:srgbClr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790688" y="493776"/>
            <a:ext cx="45720" cy="45720"/>
          </a:xfrm>
          <a:prstGeom prst="ellipse">
            <a:avLst/>
          </a:prstGeom>
          <a:solidFill>
            <a:srgbClr val="00AEEF">
              <a:alpha val="30000"/>
            </a:srgbClr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991856" y="493776"/>
            <a:ext cx="45720" cy="45720"/>
          </a:xfrm>
          <a:prstGeom prst="ellipse">
            <a:avLst/>
          </a:prstGeom>
          <a:solidFill>
            <a:srgbClr val="00AEEF">
              <a:alpha val="30000"/>
            </a:srgbClr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193024" y="493776"/>
            <a:ext cx="45720" cy="45720"/>
          </a:xfrm>
          <a:prstGeom prst="ellipse">
            <a:avLst/>
          </a:prstGeom>
          <a:solidFill>
            <a:srgbClr val="00AEEF">
              <a:alpha val="30000"/>
            </a:srgbClr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394192" y="493776"/>
            <a:ext cx="45720" cy="45720"/>
          </a:xfrm>
          <a:prstGeom prst="ellipse">
            <a:avLst/>
          </a:prstGeom>
          <a:solidFill>
            <a:srgbClr val="00AEEF">
              <a:alpha val="30000"/>
            </a:srgbClr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595360" y="493776"/>
            <a:ext cx="45720" cy="45720"/>
          </a:xfrm>
          <a:prstGeom prst="ellipse">
            <a:avLst/>
          </a:prstGeom>
          <a:solidFill>
            <a:srgbClr val="00AEEF">
              <a:alpha val="30000"/>
            </a:srgbClr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589520" y="694944"/>
            <a:ext cx="45720" cy="45720"/>
          </a:xfrm>
          <a:prstGeom prst="ellipse">
            <a:avLst/>
          </a:prstGeom>
          <a:solidFill>
            <a:srgbClr val="00AEEF">
              <a:alpha val="30000"/>
            </a:srgbClr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790688" y="694944"/>
            <a:ext cx="45720" cy="45720"/>
          </a:xfrm>
          <a:prstGeom prst="ellipse">
            <a:avLst/>
          </a:prstGeom>
          <a:solidFill>
            <a:srgbClr val="00AEEF">
              <a:alpha val="30000"/>
            </a:srgbClr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991856" y="694944"/>
            <a:ext cx="45720" cy="45720"/>
          </a:xfrm>
          <a:prstGeom prst="ellipse">
            <a:avLst/>
          </a:prstGeom>
          <a:solidFill>
            <a:srgbClr val="00AEEF">
              <a:alpha val="30000"/>
            </a:srgbClr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193024" y="694944"/>
            <a:ext cx="45720" cy="45720"/>
          </a:xfrm>
          <a:prstGeom prst="ellipse">
            <a:avLst/>
          </a:prstGeom>
          <a:solidFill>
            <a:srgbClr val="00AEEF">
              <a:alpha val="30000"/>
            </a:srgbClr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8394192" y="694944"/>
            <a:ext cx="45720" cy="45720"/>
          </a:xfrm>
          <a:prstGeom prst="ellipse">
            <a:avLst/>
          </a:prstGeom>
          <a:solidFill>
            <a:srgbClr val="00AEEF">
              <a:alpha val="30000"/>
            </a:srgbClr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595360" y="694944"/>
            <a:ext cx="45720" cy="45720"/>
          </a:xfrm>
          <a:prstGeom prst="ellipse">
            <a:avLst/>
          </a:prstGeom>
          <a:solidFill>
            <a:srgbClr val="00AEEF">
              <a:alpha val="30000"/>
            </a:srgbClr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589520" y="896112"/>
            <a:ext cx="45720" cy="45720"/>
          </a:xfrm>
          <a:prstGeom prst="ellipse">
            <a:avLst/>
          </a:prstGeom>
          <a:solidFill>
            <a:srgbClr val="00AEEF">
              <a:alpha val="30000"/>
            </a:srgbClr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790688" y="896112"/>
            <a:ext cx="45720" cy="45720"/>
          </a:xfrm>
          <a:prstGeom prst="ellipse">
            <a:avLst/>
          </a:prstGeom>
          <a:solidFill>
            <a:srgbClr val="00AEEF">
              <a:alpha val="30000"/>
            </a:srgbClr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7991856" y="896112"/>
            <a:ext cx="45720" cy="45720"/>
          </a:xfrm>
          <a:prstGeom prst="ellipse">
            <a:avLst/>
          </a:prstGeom>
          <a:solidFill>
            <a:srgbClr val="00AEEF">
              <a:alpha val="30000"/>
            </a:srgbClr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8193024" y="896112"/>
            <a:ext cx="45720" cy="45720"/>
          </a:xfrm>
          <a:prstGeom prst="ellipse">
            <a:avLst/>
          </a:prstGeom>
          <a:solidFill>
            <a:srgbClr val="00AEEF">
              <a:alpha val="30000"/>
            </a:srgbClr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394192" y="896112"/>
            <a:ext cx="45720" cy="45720"/>
          </a:xfrm>
          <a:prstGeom prst="ellipse">
            <a:avLst/>
          </a:prstGeom>
          <a:solidFill>
            <a:srgbClr val="00AEEF">
              <a:alpha val="30000"/>
            </a:srgbClr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8595360" y="896112"/>
            <a:ext cx="45720" cy="45720"/>
          </a:xfrm>
          <a:prstGeom prst="ellipse">
            <a:avLst/>
          </a:prstGeom>
          <a:solidFill>
            <a:srgbClr val="00AEEF">
              <a:alpha val="30000"/>
            </a:srgbClr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7589520" y="1097280"/>
            <a:ext cx="45720" cy="45720"/>
          </a:xfrm>
          <a:prstGeom prst="ellipse">
            <a:avLst/>
          </a:prstGeom>
          <a:solidFill>
            <a:srgbClr val="00AEEF">
              <a:alpha val="30000"/>
            </a:srgbClr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7790688" y="1097280"/>
            <a:ext cx="45720" cy="45720"/>
          </a:xfrm>
          <a:prstGeom prst="ellipse">
            <a:avLst/>
          </a:prstGeom>
          <a:solidFill>
            <a:srgbClr val="00AEEF">
              <a:alpha val="30000"/>
            </a:srgbClr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7991856" y="1097280"/>
            <a:ext cx="45720" cy="45720"/>
          </a:xfrm>
          <a:prstGeom prst="ellipse">
            <a:avLst/>
          </a:prstGeom>
          <a:solidFill>
            <a:srgbClr val="00AEEF">
              <a:alpha val="30000"/>
            </a:srgbClr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8193024" y="1097280"/>
            <a:ext cx="45720" cy="45720"/>
          </a:xfrm>
          <a:prstGeom prst="ellipse">
            <a:avLst/>
          </a:prstGeom>
          <a:solidFill>
            <a:srgbClr val="00AEEF">
              <a:alpha val="30000"/>
            </a:srgbClr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8394192" y="1097280"/>
            <a:ext cx="45720" cy="45720"/>
          </a:xfrm>
          <a:prstGeom prst="ellipse">
            <a:avLst/>
          </a:prstGeom>
          <a:solidFill>
            <a:srgbClr val="00AEEF">
              <a:alpha val="30000"/>
            </a:srgbClr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8595360" y="1097280"/>
            <a:ext cx="45720" cy="45720"/>
          </a:xfrm>
          <a:prstGeom prst="ellipse">
            <a:avLst/>
          </a:prstGeom>
          <a:solidFill>
            <a:srgbClr val="00AEEF">
              <a:alpha val="30000"/>
            </a:srgbClr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7589520" y="1298448"/>
            <a:ext cx="45720" cy="45720"/>
          </a:xfrm>
          <a:prstGeom prst="ellipse">
            <a:avLst/>
          </a:prstGeom>
          <a:solidFill>
            <a:srgbClr val="00AEEF">
              <a:alpha val="30000"/>
            </a:srgbClr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7790688" y="1298448"/>
            <a:ext cx="45720" cy="45720"/>
          </a:xfrm>
          <a:prstGeom prst="ellipse">
            <a:avLst/>
          </a:prstGeom>
          <a:solidFill>
            <a:srgbClr val="00AEEF">
              <a:alpha val="30000"/>
            </a:srgbClr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7991856" y="1298448"/>
            <a:ext cx="45720" cy="45720"/>
          </a:xfrm>
          <a:prstGeom prst="ellipse">
            <a:avLst/>
          </a:prstGeom>
          <a:solidFill>
            <a:srgbClr val="00AEEF">
              <a:alpha val="30000"/>
            </a:srgbClr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8193024" y="1298448"/>
            <a:ext cx="45720" cy="45720"/>
          </a:xfrm>
          <a:prstGeom prst="ellipse">
            <a:avLst/>
          </a:prstGeom>
          <a:solidFill>
            <a:srgbClr val="00AEEF">
              <a:alpha val="30000"/>
            </a:srgbClr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8394192" y="1298448"/>
            <a:ext cx="45720" cy="45720"/>
          </a:xfrm>
          <a:prstGeom prst="ellipse">
            <a:avLst/>
          </a:prstGeom>
          <a:solidFill>
            <a:srgbClr val="00AEEF">
              <a:alpha val="30000"/>
            </a:srgbClr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8595360" y="1298448"/>
            <a:ext cx="45720" cy="45720"/>
          </a:xfrm>
          <a:prstGeom prst="ellipse">
            <a:avLst/>
          </a:prstGeom>
          <a:solidFill>
            <a:srgbClr val="00AEEF">
              <a:alpha val="30000"/>
            </a:srgbClr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7589520" y="1499616"/>
            <a:ext cx="45720" cy="45720"/>
          </a:xfrm>
          <a:prstGeom prst="ellipse">
            <a:avLst/>
          </a:prstGeom>
          <a:solidFill>
            <a:srgbClr val="00AEEF">
              <a:alpha val="30000"/>
            </a:srgbClr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7790688" y="1499616"/>
            <a:ext cx="45720" cy="45720"/>
          </a:xfrm>
          <a:prstGeom prst="ellipse">
            <a:avLst/>
          </a:prstGeom>
          <a:solidFill>
            <a:srgbClr val="00AEEF">
              <a:alpha val="30000"/>
            </a:srgbClr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7991856" y="1499616"/>
            <a:ext cx="45720" cy="45720"/>
          </a:xfrm>
          <a:prstGeom prst="ellipse">
            <a:avLst/>
          </a:prstGeom>
          <a:solidFill>
            <a:srgbClr val="00AEEF">
              <a:alpha val="30000"/>
            </a:srgbClr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8193024" y="1499616"/>
            <a:ext cx="45720" cy="45720"/>
          </a:xfrm>
          <a:prstGeom prst="ellipse">
            <a:avLst/>
          </a:prstGeom>
          <a:solidFill>
            <a:srgbClr val="00AEEF">
              <a:alpha val="30000"/>
            </a:srgbClr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8394192" y="1499616"/>
            <a:ext cx="45720" cy="45720"/>
          </a:xfrm>
          <a:prstGeom prst="ellipse">
            <a:avLst/>
          </a:prstGeom>
          <a:solidFill>
            <a:srgbClr val="00AEEF">
              <a:alpha val="30000"/>
            </a:srgbClr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8595360" y="1499616"/>
            <a:ext cx="45720" cy="45720"/>
          </a:xfrm>
          <a:prstGeom prst="ellipse">
            <a:avLst/>
          </a:prstGeom>
          <a:solidFill>
            <a:srgbClr val="00AEEF">
              <a:alpha val="30000"/>
            </a:srgbClr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7589520" y="1700784"/>
            <a:ext cx="45720" cy="45720"/>
          </a:xfrm>
          <a:prstGeom prst="ellipse">
            <a:avLst/>
          </a:prstGeom>
          <a:solidFill>
            <a:srgbClr val="00AEEF">
              <a:alpha val="30000"/>
            </a:srgbClr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7790688" y="1700784"/>
            <a:ext cx="45720" cy="45720"/>
          </a:xfrm>
          <a:prstGeom prst="ellipse">
            <a:avLst/>
          </a:prstGeom>
          <a:solidFill>
            <a:srgbClr val="00AEEF">
              <a:alpha val="30000"/>
            </a:srgbClr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7991856" y="1700784"/>
            <a:ext cx="45720" cy="45720"/>
          </a:xfrm>
          <a:prstGeom prst="ellipse">
            <a:avLst/>
          </a:prstGeom>
          <a:solidFill>
            <a:srgbClr val="00AEEF">
              <a:alpha val="30000"/>
            </a:srgbClr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8193024" y="1700784"/>
            <a:ext cx="45720" cy="45720"/>
          </a:xfrm>
          <a:prstGeom prst="ellipse">
            <a:avLst/>
          </a:prstGeom>
          <a:solidFill>
            <a:srgbClr val="00AEEF">
              <a:alpha val="30000"/>
            </a:srgbClr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8394192" y="1700784"/>
            <a:ext cx="45720" cy="45720"/>
          </a:xfrm>
          <a:prstGeom prst="ellipse">
            <a:avLst/>
          </a:prstGeom>
          <a:solidFill>
            <a:srgbClr val="00AEEF">
              <a:alpha val="30000"/>
            </a:srgbClr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8595360" y="1700784"/>
            <a:ext cx="45720" cy="45720"/>
          </a:xfrm>
          <a:prstGeom prst="ellipse">
            <a:avLst/>
          </a:prstGeom>
          <a:solidFill>
            <a:srgbClr val="00AEEF">
              <a:alpha val="30000"/>
            </a:srgbClr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7589520" y="1901952"/>
            <a:ext cx="45720" cy="45720"/>
          </a:xfrm>
          <a:prstGeom prst="ellipse">
            <a:avLst/>
          </a:prstGeom>
          <a:solidFill>
            <a:srgbClr val="00AEEF">
              <a:alpha val="30000"/>
            </a:srgbClr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7790688" y="1901952"/>
            <a:ext cx="45720" cy="45720"/>
          </a:xfrm>
          <a:prstGeom prst="ellipse">
            <a:avLst/>
          </a:prstGeom>
          <a:solidFill>
            <a:srgbClr val="00AEEF">
              <a:alpha val="30000"/>
            </a:srgbClr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7991856" y="1901952"/>
            <a:ext cx="45720" cy="45720"/>
          </a:xfrm>
          <a:prstGeom prst="ellipse">
            <a:avLst/>
          </a:prstGeom>
          <a:solidFill>
            <a:srgbClr val="00AEEF">
              <a:alpha val="30000"/>
            </a:srgbClr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8193024" y="1901952"/>
            <a:ext cx="45720" cy="45720"/>
          </a:xfrm>
          <a:prstGeom prst="ellipse">
            <a:avLst/>
          </a:prstGeom>
          <a:solidFill>
            <a:srgbClr val="00AEEF">
              <a:alpha val="30000"/>
            </a:srgbClr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8394192" y="1901952"/>
            <a:ext cx="45720" cy="45720"/>
          </a:xfrm>
          <a:prstGeom prst="ellipse">
            <a:avLst/>
          </a:prstGeom>
          <a:solidFill>
            <a:srgbClr val="00AEEF">
              <a:alpha val="30000"/>
            </a:srgbClr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8595360" y="1901952"/>
            <a:ext cx="45720" cy="45720"/>
          </a:xfrm>
          <a:prstGeom prst="ellipse">
            <a:avLst/>
          </a:prstGeom>
          <a:solidFill>
            <a:srgbClr val="00AEEF">
              <a:alpha val="30000"/>
            </a:srgbClr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7589520" y="2103120"/>
            <a:ext cx="45720" cy="45720"/>
          </a:xfrm>
          <a:prstGeom prst="ellipse">
            <a:avLst/>
          </a:prstGeom>
          <a:solidFill>
            <a:srgbClr val="00AEEF">
              <a:alpha val="30000"/>
            </a:srgbClr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7790688" y="2103120"/>
            <a:ext cx="45720" cy="45720"/>
          </a:xfrm>
          <a:prstGeom prst="ellipse">
            <a:avLst/>
          </a:prstGeom>
          <a:solidFill>
            <a:srgbClr val="00AEEF">
              <a:alpha val="30000"/>
            </a:srgbClr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7991856" y="2103120"/>
            <a:ext cx="45720" cy="45720"/>
          </a:xfrm>
          <a:prstGeom prst="ellipse">
            <a:avLst/>
          </a:prstGeom>
          <a:solidFill>
            <a:srgbClr val="00AEEF">
              <a:alpha val="30000"/>
            </a:srgbClr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8193024" y="2103120"/>
            <a:ext cx="45720" cy="45720"/>
          </a:xfrm>
          <a:prstGeom prst="ellipse">
            <a:avLst/>
          </a:prstGeom>
          <a:solidFill>
            <a:srgbClr val="00AEEF">
              <a:alpha val="30000"/>
            </a:srgbClr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8394192" y="2103120"/>
            <a:ext cx="45720" cy="45720"/>
          </a:xfrm>
          <a:prstGeom prst="ellipse">
            <a:avLst/>
          </a:prstGeom>
          <a:solidFill>
            <a:srgbClr val="00AEEF">
              <a:alpha val="30000"/>
            </a:srgbClr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8595360" y="2103120"/>
            <a:ext cx="45720" cy="45720"/>
          </a:xfrm>
          <a:prstGeom prst="ellipse">
            <a:avLst/>
          </a:prstGeom>
          <a:solidFill>
            <a:srgbClr val="00AEEF">
              <a:alpha val="30000"/>
            </a:srgbClr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7589520" y="2304288"/>
            <a:ext cx="45720" cy="45720"/>
          </a:xfrm>
          <a:prstGeom prst="ellipse">
            <a:avLst/>
          </a:prstGeom>
          <a:solidFill>
            <a:srgbClr val="00AEEF">
              <a:alpha val="30000"/>
            </a:srgbClr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7790688" y="2304288"/>
            <a:ext cx="45720" cy="45720"/>
          </a:xfrm>
          <a:prstGeom prst="ellipse">
            <a:avLst/>
          </a:prstGeom>
          <a:solidFill>
            <a:srgbClr val="00AEEF">
              <a:alpha val="30000"/>
            </a:srgbClr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7991856" y="2304288"/>
            <a:ext cx="45720" cy="45720"/>
          </a:xfrm>
          <a:prstGeom prst="ellipse">
            <a:avLst/>
          </a:prstGeom>
          <a:solidFill>
            <a:srgbClr val="00AEEF">
              <a:alpha val="30000"/>
            </a:srgbClr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8193024" y="2304288"/>
            <a:ext cx="45720" cy="45720"/>
          </a:xfrm>
          <a:prstGeom prst="ellipse">
            <a:avLst/>
          </a:prstGeom>
          <a:solidFill>
            <a:srgbClr val="00AEEF">
              <a:alpha val="30000"/>
            </a:srgbClr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8394192" y="2304288"/>
            <a:ext cx="45720" cy="45720"/>
          </a:xfrm>
          <a:prstGeom prst="ellipse">
            <a:avLst/>
          </a:prstGeom>
          <a:solidFill>
            <a:srgbClr val="00AEEF">
              <a:alpha val="30000"/>
            </a:srgbClr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8595360" y="2304288"/>
            <a:ext cx="45720" cy="45720"/>
          </a:xfrm>
          <a:prstGeom prst="ellipse">
            <a:avLst/>
          </a:prstGeom>
          <a:solidFill>
            <a:srgbClr val="00AEEF">
              <a:alpha val="30000"/>
            </a:srgbClr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 Today</a:t>
            </a:r>
            <a:endParaRPr lang="en-US" sz="2600" dirty="0"/>
          </a:p>
        </p:txBody>
      </p:sp>
      <p:sp>
        <p:nvSpPr>
          <p:cNvPr id="76" name="Shape 74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457200" y="1143000"/>
            <a:ext cx="384048" cy="38404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457200" y="1143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1005840" y="114300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Phishing?</a:t>
            </a:r>
            <a:endParaRPr lang="en-US" sz="1600" dirty="0"/>
          </a:p>
        </p:txBody>
      </p:sp>
      <p:sp>
        <p:nvSpPr>
          <p:cNvPr id="80" name="Shape 78"/>
          <p:cNvSpPr/>
          <p:nvPr/>
        </p:nvSpPr>
        <p:spPr>
          <a:xfrm>
            <a:off x="457200" y="1600200"/>
            <a:ext cx="7498080" cy="0"/>
          </a:xfrm>
          <a:prstGeom prst="line">
            <a:avLst/>
          </a:prstGeom>
          <a:noFill/>
          <a:ln w="12700">
            <a:solidFill>
              <a:srgbClr val="1E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>
            <a:off x="457200" y="1737360"/>
            <a:ext cx="384048" cy="384048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45720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1005840" y="173736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Red Flags to Spot Them</a:t>
            </a:r>
            <a:endParaRPr lang="en-US" sz="1600" dirty="0"/>
          </a:p>
        </p:txBody>
      </p:sp>
      <p:sp>
        <p:nvSpPr>
          <p:cNvPr id="84" name="Shape 82"/>
          <p:cNvSpPr/>
          <p:nvPr/>
        </p:nvSpPr>
        <p:spPr>
          <a:xfrm>
            <a:off x="457200" y="2194560"/>
            <a:ext cx="7498080" cy="0"/>
          </a:xfrm>
          <a:prstGeom prst="line">
            <a:avLst/>
          </a:prstGeom>
          <a:noFill/>
          <a:ln w="12700">
            <a:solidFill>
              <a:srgbClr val="1E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Shape 83"/>
          <p:cNvSpPr/>
          <p:nvPr/>
        </p:nvSpPr>
        <p:spPr>
          <a:xfrm>
            <a:off x="457200" y="2331720"/>
            <a:ext cx="384048" cy="384048"/>
          </a:xfrm>
          <a:prstGeom prst="ellipse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457200" y="2331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1005840" y="233172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Phishing Examples</a:t>
            </a:r>
            <a:endParaRPr lang="en-US" sz="1600" dirty="0"/>
          </a:p>
        </p:txBody>
      </p:sp>
      <p:sp>
        <p:nvSpPr>
          <p:cNvPr id="88" name="Shape 86"/>
          <p:cNvSpPr/>
          <p:nvPr/>
        </p:nvSpPr>
        <p:spPr>
          <a:xfrm>
            <a:off x="457200" y="2788920"/>
            <a:ext cx="7498080" cy="0"/>
          </a:xfrm>
          <a:prstGeom prst="line">
            <a:avLst/>
          </a:prstGeom>
          <a:noFill/>
          <a:ln w="12700">
            <a:solidFill>
              <a:srgbClr val="1E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Shape 87"/>
          <p:cNvSpPr/>
          <p:nvPr/>
        </p:nvSpPr>
        <p:spPr>
          <a:xfrm>
            <a:off x="457200" y="2926080"/>
            <a:ext cx="384048" cy="384048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88"/>
          <p:cNvSpPr/>
          <p:nvPr/>
        </p:nvSpPr>
        <p:spPr>
          <a:xfrm>
            <a:off x="45720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91" name="Text 89"/>
          <p:cNvSpPr/>
          <p:nvPr/>
        </p:nvSpPr>
        <p:spPr>
          <a:xfrm>
            <a:off x="1005840" y="292608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2FA?</a:t>
            </a:r>
            <a:endParaRPr lang="en-US" sz="1600" dirty="0"/>
          </a:p>
        </p:txBody>
      </p:sp>
      <p:sp>
        <p:nvSpPr>
          <p:cNvPr id="92" name="Shape 90"/>
          <p:cNvSpPr/>
          <p:nvPr/>
        </p:nvSpPr>
        <p:spPr>
          <a:xfrm>
            <a:off x="457200" y="3383280"/>
            <a:ext cx="7498080" cy="0"/>
          </a:xfrm>
          <a:prstGeom prst="line">
            <a:avLst/>
          </a:prstGeom>
          <a:noFill/>
          <a:ln w="12700">
            <a:solidFill>
              <a:srgbClr val="1E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Shape 91"/>
          <p:cNvSpPr/>
          <p:nvPr/>
        </p:nvSpPr>
        <p:spPr>
          <a:xfrm>
            <a:off x="457200" y="3520440"/>
            <a:ext cx="384048" cy="384048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Text 92"/>
          <p:cNvSpPr/>
          <p:nvPr/>
        </p:nvSpPr>
        <p:spPr>
          <a:xfrm>
            <a:off x="457200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95" name="Text 93"/>
          <p:cNvSpPr/>
          <p:nvPr/>
        </p:nvSpPr>
        <p:spPr>
          <a:xfrm>
            <a:off x="1005840" y="352044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Enable 2FA</a:t>
            </a:r>
            <a:endParaRPr lang="en-US" sz="1600" dirty="0"/>
          </a:p>
        </p:txBody>
      </p:sp>
      <p:sp>
        <p:nvSpPr>
          <p:cNvPr id="96" name="Shape 94"/>
          <p:cNvSpPr/>
          <p:nvPr/>
        </p:nvSpPr>
        <p:spPr>
          <a:xfrm>
            <a:off x="457200" y="3977640"/>
            <a:ext cx="7498080" cy="0"/>
          </a:xfrm>
          <a:prstGeom prst="line">
            <a:avLst/>
          </a:prstGeom>
          <a:noFill/>
          <a:ln w="12700">
            <a:solidFill>
              <a:srgbClr val="1E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Shape 95"/>
          <p:cNvSpPr/>
          <p:nvPr/>
        </p:nvSpPr>
        <p:spPr>
          <a:xfrm>
            <a:off x="457200" y="4114800"/>
            <a:ext cx="384048" cy="384048"/>
          </a:xfrm>
          <a:prstGeom prst="ellipse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Text 96"/>
          <p:cNvSpPr/>
          <p:nvPr/>
        </p:nvSpPr>
        <p:spPr>
          <a:xfrm>
            <a:off x="457200" y="4114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99" name="Text 97"/>
          <p:cNvSpPr/>
          <p:nvPr/>
        </p:nvSpPr>
        <p:spPr>
          <a:xfrm>
            <a:off x="1005840" y="411480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Quiz &amp; Summary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Phishing?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1417320"/>
          </a:xfrm>
          <a:prstGeom prst="rect">
            <a:avLst/>
          </a:prstGeom>
          <a:solidFill>
            <a:srgbClr val="162232"/>
          </a:solidFill>
          <a:ln w="12700">
            <a:solidFill>
              <a:srgbClr val="1E3A5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64008" cy="14173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371600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cyberattack where criminals send fake emails pretending to be your bank, the government, or a delivery company — to trick you into clicking a link or giving away your password.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2560320"/>
            <a:ext cx="2651760" cy="1600200"/>
          </a:xfrm>
          <a:prstGeom prst="rect">
            <a:avLst/>
          </a:prstGeom>
          <a:solidFill>
            <a:srgbClr val="162232"/>
          </a:solidFill>
          <a:ln w="12700">
            <a:solidFill>
              <a:srgbClr val="1E3A5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2560320"/>
            <a:ext cx="64008" cy="160020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66928" y="274320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Real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6928" y="3090672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Logos, colours and wording are copied perfectly from real organisations.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46120" y="2560320"/>
            <a:ext cx="2651760" cy="1600200"/>
          </a:xfrm>
          <a:prstGeom prst="rect">
            <a:avLst/>
          </a:prstGeom>
          <a:solidFill>
            <a:srgbClr val="162232"/>
          </a:solidFill>
          <a:ln w="12700">
            <a:solidFill>
              <a:srgbClr val="1E3A5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46120" y="2560320"/>
            <a:ext cx="64008" cy="16002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447288" y="274320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Fear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47288" y="3090672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'Your account will be suspended in 24 hours!' — panic disables critical thinking.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26480" y="2560320"/>
            <a:ext cx="2651760" cy="1600200"/>
          </a:xfrm>
          <a:prstGeom prst="rect">
            <a:avLst/>
          </a:prstGeom>
          <a:solidFill>
            <a:srgbClr val="162232"/>
          </a:solidFill>
          <a:ln w="12700">
            <a:solidFill>
              <a:srgbClr val="1E3A5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126480" y="2560320"/>
            <a:ext cx="64008" cy="16002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327648" y="274320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Scale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27648" y="3090672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send millions of emails; even a 0.1% response rate is profitable.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Red Flags to Spot a Phishing Email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932688"/>
            <a:ext cx="4023360" cy="1691640"/>
          </a:xfrm>
          <a:prstGeom prst="rect">
            <a:avLst/>
          </a:prstGeom>
          <a:solidFill>
            <a:srgbClr val="162232"/>
          </a:solidFill>
          <a:ln w="12700">
            <a:solidFill>
              <a:srgbClr val="1E3A5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932688"/>
            <a:ext cx="64008" cy="169164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152144"/>
            <a:ext cx="310896" cy="310896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1521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59536" y="1133856"/>
            <a:ext cx="3346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Mismatched Sender Domain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1527048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name says 'Australia Post' but the real email is from auspost-delivery.net. Always click the sender name to check.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46320" y="932688"/>
            <a:ext cx="4023360" cy="1691640"/>
          </a:xfrm>
          <a:prstGeom prst="rect">
            <a:avLst/>
          </a:prstGeom>
          <a:solidFill>
            <a:srgbClr val="162232"/>
          </a:solidFill>
          <a:ln w="12700">
            <a:solidFill>
              <a:srgbClr val="1E3A5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846320" y="932688"/>
            <a:ext cx="64008" cy="16916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029200" y="1152144"/>
            <a:ext cx="310896" cy="310896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0" y="11521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31536" y="1133856"/>
            <a:ext cx="3346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 or Threat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0" y="1527048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'Your account will be suspended in 24 hours' — real organisations never pressure you with deadlines like this.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2788920"/>
            <a:ext cx="4023360" cy="1691640"/>
          </a:xfrm>
          <a:prstGeom prst="rect">
            <a:avLst/>
          </a:prstGeom>
          <a:solidFill>
            <a:srgbClr val="162232"/>
          </a:solidFill>
          <a:ln w="12700">
            <a:solidFill>
              <a:srgbClr val="1E3A5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74320" y="2788920"/>
            <a:ext cx="64008" cy="169164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7200" y="3008376"/>
            <a:ext cx="310896" cy="310896"/>
          </a:xfrm>
          <a:prstGeom prst="ellipse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" y="30083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59536" y="2990088"/>
            <a:ext cx="3346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Greeting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338328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'Dear Customer' instead of your name. Your bank knows who you are. Phishers send the same email to millions.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46320" y="2788920"/>
            <a:ext cx="4023360" cy="1691640"/>
          </a:xfrm>
          <a:prstGeom prst="rect">
            <a:avLst/>
          </a:prstGeom>
          <a:solidFill>
            <a:srgbClr val="162232"/>
          </a:solidFill>
          <a:ln w="12700">
            <a:solidFill>
              <a:srgbClr val="1E3A5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846320" y="2788920"/>
            <a:ext cx="64008" cy="169164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029200" y="3008376"/>
            <a:ext cx="310896" cy="310896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029200" y="30083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31536" y="2990088"/>
            <a:ext cx="3346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Link URL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029200" y="338328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over the link (don't click!) to see the real destination. mybank-secure-login.com is NOT mybank.com.au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Two-Factor Authentication (2FA)?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914400"/>
          </a:xfrm>
          <a:prstGeom prst="rect">
            <a:avLst/>
          </a:prstGeom>
          <a:solidFill>
            <a:srgbClr val="162232"/>
          </a:solidFill>
          <a:ln w="12700">
            <a:solidFill>
              <a:srgbClr val="1E3A5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64008" cy="91440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8001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2FA adds a second lock to your accounts. Even if someone steals your password, they still can't get in without your phone.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057400"/>
            <a:ext cx="3977640" cy="2697480"/>
          </a:xfrm>
          <a:prstGeom prst="rect">
            <a:avLst/>
          </a:prstGeom>
          <a:solidFill>
            <a:srgbClr val="162232"/>
          </a:solidFill>
          <a:ln w="12700">
            <a:solidFill>
              <a:srgbClr val="1E3A5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2057400"/>
            <a:ext cx="64008" cy="269748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" y="217627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2FA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262432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Attacker steals your password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94360" y="317296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They log straight into your account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94360" y="372160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You lose access to email, bank &amp; social media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800600" y="2057400"/>
            <a:ext cx="3977640" cy="2697480"/>
          </a:xfrm>
          <a:prstGeom prst="rect">
            <a:avLst/>
          </a:prstGeom>
          <a:solidFill>
            <a:srgbClr val="162232"/>
          </a:solidFill>
          <a:ln w="12700">
            <a:solidFill>
              <a:srgbClr val="1E3A5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800600" y="2057400"/>
            <a:ext cx="64008" cy="269748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0" y="217627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2FA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0" y="262432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Attacker steals your password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029200" y="317296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They are blocked — no phone code!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029200" y="372160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Your account stays safe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Enable 2FA — Step by Step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310896" cy="310896"/>
          </a:xfrm>
          <a:prstGeom prst="ellipse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0058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5488" y="1325880"/>
            <a:ext cx="0" cy="146304"/>
          </a:xfrm>
          <a:prstGeom prst="line">
            <a:avLst/>
          </a:prstGeom>
          <a:noFill/>
          <a:ln w="25400">
            <a:solidFill>
              <a:srgbClr val="1E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98755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your account (Gmail, Facebook, etc.) and go to Settings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463040"/>
            <a:ext cx="310896" cy="310896"/>
          </a:xfrm>
          <a:prstGeom prst="ellipse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" y="1463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" y="1783080"/>
            <a:ext cx="0" cy="146304"/>
          </a:xfrm>
          <a:prstGeom prst="line">
            <a:avLst/>
          </a:prstGeom>
          <a:noFill/>
          <a:ln w="25400">
            <a:solidFill>
              <a:srgbClr val="1E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77240" y="144475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Security or Privacy settings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0040" y="1920240"/>
            <a:ext cx="310896" cy="310896"/>
          </a:xfrm>
          <a:prstGeom prst="ellipse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004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" y="2240280"/>
            <a:ext cx="0" cy="146304"/>
          </a:xfrm>
          <a:prstGeom prst="line">
            <a:avLst/>
          </a:prstGeom>
          <a:noFill/>
          <a:ln w="25400">
            <a:solidFill>
              <a:srgbClr val="1E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77240" y="190195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 'Two-Step Verification' or 'Two-Factor Authentication'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20040" y="2377440"/>
            <a:ext cx="310896" cy="310896"/>
          </a:xfrm>
          <a:prstGeom prst="ellipse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20040" y="2377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" y="2697480"/>
            <a:ext cx="0" cy="146304"/>
          </a:xfrm>
          <a:prstGeom prst="line">
            <a:avLst/>
          </a:prstGeom>
          <a:noFill/>
          <a:ln w="25400">
            <a:solidFill>
              <a:srgbClr val="1E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77240" y="235915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your method: Authenticator App (recommended) or SMS code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20040" y="2834640"/>
            <a:ext cx="310896" cy="310896"/>
          </a:xfrm>
          <a:prstGeom prst="ellipse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20040" y="28346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" y="3154680"/>
            <a:ext cx="0" cy="146304"/>
          </a:xfrm>
          <a:prstGeom prst="line">
            <a:avLst/>
          </a:prstGeom>
          <a:noFill/>
          <a:ln w="25400">
            <a:solidFill>
              <a:srgbClr val="1E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77240" y="281635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using an app: download Google Authenticator or Microsoft Authenticator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20040" y="3291840"/>
            <a:ext cx="310896" cy="310896"/>
          </a:xfrm>
          <a:prstGeom prst="ellipse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20040" y="32918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5488" y="3611880"/>
            <a:ext cx="0" cy="146304"/>
          </a:xfrm>
          <a:prstGeom prst="line">
            <a:avLst/>
          </a:prstGeom>
          <a:noFill/>
          <a:ln w="25400">
            <a:solidFill>
              <a:srgbClr val="1E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77240" y="327355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the QR code on screen with the app, then enter the 6-digit code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20040" y="3749040"/>
            <a:ext cx="310896" cy="310896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20040" y="3749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77240" y="373075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Done! 2FA is now active — your account is much safer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20040" y="4315968"/>
            <a:ext cx="8458200" cy="475488"/>
          </a:xfrm>
          <a:prstGeom prst="rect">
            <a:avLst/>
          </a:prstGeom>
          <a:solidFill>
            <a:srgbClr val="162232"/>
          </a:solidFill>
          <a:ln w="12700">
            <a:solidFill>
              <a:srgbClr val="1E3A5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320040" y="4315968"/>
            <a:ext cx="64008" cy="47548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48640" y="4389120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 Use an Authenticator App rather than SMS — it's safer and works without mobile signal.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137160"/>
            <a:ext cx="54864" cy="54864"/>
          </a:xfrm>
          <a:prstGeom prst="ellipse">
            <a:avLst/>
          </a:prstGeom>
          <a:solidFill>
            <a:srgbClr val="2ECC71">
              <a:alpha val="30000"/>
            </a:srgbClr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022592" y="137160"/>
            <a:ext cx="54864" cy="54864"/>
          </a:xfrm>
          <a:prstGeom prst="ellipse">
            <a:avLst/>
          </a:prstGeom>
          <a:solidFill>
            <a:srgbClr val="2ECC71">
              <a:alpha val="30000"/>
            </a:srgbClr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278624" y="137160"/>
            <a:ext cx="54864" cy="54864"/>
          </a:xfrm>
          <a:prstGeom prst="ellipse">
            <a:avLst/>
          </a:prstGeom>
          <a:solidFill>
            <a:srgbClr val="2ECC71">
              <a:alpha val="30000"/>
            </a:srgbClr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534656" y="137160"/>
            <a:ext cx="54864" cy="54864"/>
          </a:xfrm>
          <a:prstGeom prst="ellipse">
            <a:avLst/>
          </a:prstGeom>
          <a:solidFill>
            <a:srgbClr val="2ECC71">
              <a:alpha val="30000"/>
            </a:srgbClr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790688" y="137160"/>
            <a:ext cx="54864" cy="54864"/>
          </a:xfrm>
          <a:prstGeom prst="ellipse">
            <a:avLst/>
          </a:prstGeom>
          <a:solidFill>
            <a:srgbClr val="2ECC71">
              <a:alpha val="30000"/>
            </a:srgbClr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046720" y="137160"/>
            <a:ext cx="54864" cy="54864"/>
          </a:xfrm>
          <a:prstGeom prst="ellipse">
            <a:avLst/>
          </a:prstGeom>
          <a:solidFill>
            <a:srgbClr val="2ECC71">
              <a:alpha val="30000"/>
            </a:srgbClr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302752" y="137160"/>
            <a:ext cx="54864" cy="54864"/>
          </a:xfrm>
          <a:prstGeom prst="ellipse">
            <a:avLst/>
          </a:prstGeom>
          <a:solidFill>
            <a:srgbClr val="2ECC71">
              <a:alpha val="30000"/>
            </a:srgbClr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558784" y="137160"/>
            <a:ext cx="54864" cy="54864"/>
          </a:xfrm>
          <a:prstGeom prst="ellipse">
            <a:avLst/>
          </a:prstGeom>
          <a:solidFill>
            <a:srgbClr val="2ECC71">
              <a:alpha val="30000"/>
            </a:srgbClr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814816" y="137160"/>
            <a:ext cx="54864" cy="54864"/>
          </a:xfrm>
          <a:prstGeom prst="ellipse">
            <a:avLst/>
          </a:prstGeom>
          <a:solidFill>
            <a:srgbClr val="2ECC71">
              <a:alpha val="30000"/>
            </a:srgbClr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766560" y="393192"/>
            <a:ext cx="54864" cy="54864"/>
          </a:xfrm>
          <a:prstGeom prst="ellipse">
            <a:avLst/>
          </a:prstGeom>
          <a:solidFill>
            <a:srgbClr val="2ECC71">
              <a:alpha val="30000"/>
            </a:srgbClr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022592" y="393192"/>
            <a:ext cx="54864" cy="54864"/>
          </a:xfrm>
          <a:prstGeom prst="ellipse">
            <a:avLst/>
          </a:prstGeom>
          <a:solidFill>
            <a:srgbClr val="2ECC71">
              <a:alpha val="30000"/>
            </a:srgbClr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278624" y="393192"/>
            <a:ext cx="54864" cy="54864"/>
          </a:xfrm>
          <a:prstGeom prst="ellipse">
            <a:avLst/>
          </a:prstGeom>
          <a:solidFill>
            <a:srgbClr val="2ECC71">
              <a:alpha val="30000"/>
            </a:srgbClr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534656" y="393192"/>
            <a:ext cx="54864" cy="54864"/>
          </a:xfrm>
          <a:prstGeom prst="ellipse">
            <a:avLst/>
          </a:prstGeom>
          <a:solidFill>
            <a:srgbClr val="2ECC71">
              <a:alpha val="30000"/>
            </a:srgbClr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790688" y="393192"/>
            <a:ext cx="54864" cy="54864"/>
          </a:xfrm>
          <a:prstGeom prst="ellipse">
            <a:avLst/>
          </a:prstGeom>
          <a:solidFill>
            <a:srgbClr val="2ECC71">
              <a:alpha val="30000"/>
            </a:srgbClr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046720" y="393192"/>
            <a:ext cx="54864" cy="54864"/>
          </a:xfrm>
          <a:prstGeom prst="ellipse">
            <a:avLst/>
          </a:prstGeom>
          <a:solidFill>
            <a:srgbClr val="2ECC71">
              <a:alpha val="30000"/>
            </a:srgbClr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302752" y="393192"/>
            <a:ext cx="54864" cy="54864"/>
          </a:xfrm>
          <a:prstGeom prst="ellipse">
            <a:avLst/>
          </a:prstGeom>
          <a:solidFill>
            <a:srgbClr val="2ECC71">
              <a:alpha val="30000"/>
            </a:srgbClr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558784" y="393192"/>
            <a:ext cx="54864" cy="54864"/>
          </a:xfrm>
          <a:prstGeom prst="ellipse">
            <a:avLst/>
          </a:prstGeom>
          <a:solidFill>
            <a:srgbClr val="2ECC71">
              <a:alpha val="30000"/>
            </a:srgbClr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814816" y="393192"/>
            <a:ext cx="54864" cy="54864"/>
          </a:xfrm>
          <a:prstGeom prst="ellipse">
            <a:avLst/>
          </a:prstGeom>
          <a:solidFill>
            <a:srgbClr val="2ECC71">
              <a:alpha val="30000"/>
            </a:srgbClr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766560" y="649224"/>
            <a:ext cx="54864" cy="54864"/>
          </a:xfrm>
          <a:prstGeom prst="ellipse">
            <a:avLst/>
          </a:prstGeom>
          <a:solidFill>
            <a:srgbClr val="2ECC71">
              <a:alpha val="30000"/>
            </a:srgbClr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022592" y="649224"/>
            <a:ext cx="54864" cy="54864"/>
          </a:xfrm>
          <a:prstGeom prst="ellipse">
            <a:avLst/>
          </a:prstGeom>
          <a:solidFill>
            <a:srgbClr val="2ECC71">
              <a:alpha val="30000"/>
            </a:srgbClr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278624" y="649224"/>
            <a:ext cx="54864" cy="54864"/>
          </a:xfrm>
          <a:prstGeom prst="ellipse">
            <a:avLst/>
          </a:prstGeom>
          <a:solidFill>
            <a:srgbClr val="2ECC71">
              <a:alpha val="30000"/>
            </a:srgbClr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534656" y="649224"/>
            <a:ext cx="54864" cy="54864"/>
          </a:xfrm>
          <a:prstGeom prst="ellipse">
            <a:avLst/>
          </a:prstGeom>
          <a:solidFill>
            <a:srgbClr val="2ECC71">
              <a:alpha val="30000"/>
            </a:srgbClr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790688" y="649224"/>
            <a:ext cx="54864" cy="54864"/>
          </a:xfrm>
          <a:prstGeom prst="ellipse">
            <a:avLst/>
          </a:prstGeom>
          <a:solidFill>
            <a:srgbClr val="2ECC71">
              <a:alpha val="30000"/>
            </a:srgbClr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046720" y="649224"/>
            <a:ext cx="54864" cy="54864"/>
          </a:xfrm>
          <a:prstGeom prst="ellipse">
            <a:avLst/>
          </a:prstGeom>
          <a:solidFill>
            <a:srgbClr val="2ECC71">
              <a:alpha val="30000"/>
            </a:srgbClr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302752" y="649224"/>
            <a:ext cx="54864" cy="54864"/>
          </a:xfrm>
          <a:prstGeom prst="ellipse">
            <a:avLst/>
          </a:prstGeom>
          <a:solidFill>
            <a:srgbClr val="2ECC71">
              <a:alpha val="30000"/>
            </a:srgbClr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558784" y="649224"/>
            <a:ext cx="54864" cy="54864"/>
          </a:xfrm>
          <a:prstGeom prst="ellipse">
            <a:avLst/>
          </a:prstGeom>
          <a:solidFill>
            <a:srgbClr val="2ECC71">
              <a:alpha val="30000"/>
            </a:srgbClr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8814816" y="649224"/>
            <a:ext cx="54864" cy="54864"/>
          </a:xfrm>
          <a:prstGeom prst="ellipse">
            <a:avLst/>
          </a:prstGeom>
          <a:solidFill>
            <a:srgbClr val="2ECC71">
              <a:alpha val="30000"/>
            </a:srgbClr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766560" y="905256"/>
            <a:ext cx="54864" cy="54864"/>
          </a:xfrm>
          <a:prstGeom prst="ellipse">
            <a:avLst/>
          </a:prstGeom>
          <a:solidFill>
            <a:srgbClr val="2ECC71">
              <a:alpha val="30000"/>
            </a:srgbClr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022592" y="905256"/>
            <a:ext cx="54864" cy="54864"/>
          </a:xfrm>
          <a:prstGeom prst="ellipse">
            <a:avLst/>
          </a:prstGeom>
          <a:solidFill>
            <a:srgbClr val="2ECC71">
              <a:alpha val="30000"/>
            </a:srgbClr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7278624" y="905256"/>
            <a:ext cx="54864" cy="54864"/>
          </a:xfrm>
          <a:prstGeom prst="ellipse">
            <a:avLst/>
          </a:prstGeom>
          <a:solidFill>
            <a:srgbClr val="2ECC71">
              <a:alpha val="30000"/>
            </a:srgbClr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7534656" y="905256"/>
            <a:ext cx="54864" cy="54864"/>
          </a:xfrm>
          <a:prstGeom prst="ellipse">
            <a:avLst/>
          </a:prstGeom>
          <a:solidFill>
            <a:srgbClr val="2ECC71">
              <a:alpha val="30000"/>
            </a:srgbClr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7790688" y="905256"/>
            <a:ext cx="54864" cy="54864"/>
          </a:xfrm>
          <a:prstGeom prst="ellipse">
            <a:avLst/>
          </a:prstGeom>
          <a:solidFill>
            <a:srgbClr val="2ECC71">
              <a:alpha val="30000"/>
            </a:srgbClr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8046720" y="905256"/>
            <a:ext cx="54864" cy="54864"/>
          </a:xfrm>
          <a:prstGeom prst="ellipse">
            <a:avLst/>
          </a:prstGeom>
          <a:solidFill>
            <a:srgbClr val="2ECC71">
              <a:alpha val="30000"/>
            </a:srgbClr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8302752" y="905256"/>
            <a:ext cx="54864" cy="54864"/>
          </a:xfrm>
          <a:prstGeom prst="ellipse">
            <a:avLst/>
          </a:prstGeom>
          <a:solidFill>
            <a:srgbClr val="2ECC71">
              <a:alpha val="30000"/>
            </a:srgbClr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8558784" y="905256"/>
            <a:ext cx="54864" cy="54864"/>
          </a:xfrm>
          <a:prstGeom prst="ellipse">
            <a:avLst/>
          </a:prstGeom>
          <a:solidFill>
            <a:srgbClr val="2ECC71">
              <a:alpha val="30000"/>
            </a:srgbClr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8814816" y="905256"/>
            <a:ext cx="54864" cy="54864"/>
          </a:xfrm>
          <a:prstGeom prst="ellipse">
            <a:avLst/>
          </a:prstGeom>
          <a:solidFill>
            <a:srgbClr val="2ECC71">
              <a:alpha val="30000"/>
            </a:srgbClr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766560" y="1161288"/>
            <a:ext cx="54864" cy="54864"/>
          </a:xfrm>
          <a:prstGeom prst="ellipse">
            <a:avLst/>
          </a:prstGeom>
          <a:solidFill>
            <a:srgbClr val="2ECC71">
              <a:alpha val="30000"/>
            </a:srgbClr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7022592" y="1161288"/>
            <a:ext cx="54864" cy="54864"/>
          </a:xfrm>
          <a:prstGeom prst="ellipse">
            <a:avLst/>
          </a:prstGeom>
          <a:solidFill>
            <a:srgbClr val="2ECC71">
              <a:alpha val="30000"/>
            </a:srgbClr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7278624" y="1161288"/>
            <a:ext cx="54864" cy="54864"/>
          </a:xfrm>
          <a:prstGeom prst="ellipse">
            <a:avLst/>
          </a:prstGeom>
          <a:solidFill>
            <a:srgbClr val="2ECC71">
              <a:alpha val="30000"/>
            </a:srgbClr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7534656" y="1161288"/>
            <a:ext cx="54864" cy="54864"/>
          </a:xfrm>
          <a:prstGeom prst="ellipse">
            <a:avLst/>
          </a:prstGeom>
          <a:solidFill>
            <a:srgbClr val="2ECC71">
              <a:alpha val="30000"/>
            </a:srgbClr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7790688" y="1161288"/>
            <a:ext cx="54864" cy="54864"/>
          </a:xfrm>
          <a:prstGeom prst="ellipse">
            <a:avLst/>
          </a:prstGeom>
          <a:solidFill>
            <a:srgbClr val="2ECC71">
              <a:alpha val="30000"/>
            </a:srgbClr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8046720" y="1161288"/>
            <a:ext cx="54864" cy="54864"/>
          </a:xfrm>
          <a:prstGeom prst="ellipse">
            <a:avLst/>
          </a:prstGeom>
          <a:solidFill>
            <a:srgbClr val="2ECC71">
              <a:alpha val="30000"/>
            </a:srgbClr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8302752" y="1161288"/>
            <a:ext cx="54864" cy="54864"/>
          </a:xfrm>
          <a:prstGeom prst="ellipse">
            <a:avLst/>
          </a:prstGeom>
          <a:solidFill>
            <a:srgbClr val="2ECC71">
              <a:alpha val="30000"/>
            </a:srgbClr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8558784" y="1161288"/>
            <a:ext cx="54864" cy="54864"/>
          </a:xfrm>
          <a:prstGeom prst="ellipse">
            <a:avLst/>
          </a:prstGeom>
          <a:solidFill>
            <a:srgbClr val="2ECC71">
              <a:alpha val="30000"/>
            </a:srgbClr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8814816" y="1161288"/>
            <a:ext cx="54864" cy="54864"/>
          </a:xfrm>
          <a:prstGeom prst="ellipse">
            <a:avLst/>
          </a:prstGeom>
          <a:solidFill>
            <a:srgbClr val="2ECC71">
              <a:alpha val="30000"/>
            </a:srgbClr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6766560" y="1417320"/>
            <a:ext cx="54864" cy="54864"/>
          </a:xfrm>
          <a:prstGeom prst="ellipse">
            <a:avLst/>
          </a:prstGeom>
          <a:solidFill>
            <a:srgbClr val="2ECC71">
              <a:alpha val="30000"/>
            </a:srgbClr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7022592" y="1417320"/>
            <a:ext cx="54864" cy="54864"/>
          </a:xfrm>
          <a:prstGeom prst="ellipse">
            <a:avLst/>
          </a:prstGeom>
          <a:solidFill>
            <a:srgbClr val="2ECC71">
              <a:alpha val="30000"/>
            </a:srgbClr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7278624" y="1417320"/>
            <a:ext cx="54864" cy="54864"/>
          </a:xfrm>
          <a:prstGeom prst="ellipse">
            <a:avLst/>
          </a:prstGeom>
          <a:solidFill>
            <a:srgbClr val="2ECC71">
              <a:alpha val="30000"/>
            </a:srgbClr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7534656" y="1417320"/>
            <a:ext cx="54864" cy="54864"/>
          </a:xfrm>
          <a:prstGeom prst="ellipse">
            <a:avLst/>
          </a:prstGeom>
          <a:solidFill>
            <a:srgbClr val="2ECC71">
              <a:alpha val="30000"/>
            </a:srgbClr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7790688" y="1417320"/>
            <a:ext cx="54864" cy="54864"/>
          </a:xfrm>
          <a:prstGeom prst="ellipse">
            <a:avLst/>
          </a:prstGeom>
          <a:solidFill>
            <a:srgbClr val="2ECC71">
              <a:alpha val="30000"/>
            </a:srgbClr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8046720" y="1417320"/>
            <a:ext cx="54864" cy="54864"/>
          </a:xfrm>
          <a:prstGeom prst="ellipse">
            <a:avLst/>
          </a:prstGeom>
          <a:solidFill>
            <a:srgbClr val="2ECC71">
              <a:alpha val="30000"/>
            </a:srgbClr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8302752" y="1417320"/>
            <a:ext cx="54864" cy="54864"/>
          </a:xfrm>
          <a:prstGeom prst="ellipse">
            <a:avLst/>
          </a:prstGeom>
          <a:solidFill>
            <a:srgbClr val="2ECC71">
              <a:alpha val="30000"/>
            </a:srgbClr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8558784" y="1417320"/>
            <a:ext cx="54864" cy="54864"/>
          </a:xfrm>
          <a:prstGeom prst="ellipse">
            <a:avLst/>
          </a:prstGeom>
          <a:solidFill>
            <a:srgbClr val="2ECC71">
              <a:alpha val="30000"/>
            </a:srgbClr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8814816" y="1417320"/>
            <a:ext cx="54864" cy="54864"/>
          </a:xfrm>
          <a:prstGeom prst="ellipse">
            <a:avLst/>
          </a:prstGeom>
          <a:solidFill>
            <a:srgbClr val="2ECC71">
              <a:alpha val="30000"/>
            </a:srgbClr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457200" y="292608"/>
            <a:ext cx="6400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Cybersecurity Checklist</a:t>
            </a:r>
            <a:endParaRPr lang="en-US" sz="3000" dirty="0"/>
          </a:p>
        </p:txBody>
      </p:sp>
      <p:sp>
        <p:nvSpPr>
          <p:cNvPr id="57" name="Shape 55"/>
          <p:cNvSpPr/>
          <p:nvPr/>
        </p:nvSpPr>
        <p:spPr>
          <a:xfrm>
            <a:off x="457200" y="960120"/>
            <a:ext cx="1463040" cy="5029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411480" y="1234440"/>
            <a:ext cx="347472" cy="347472"/>
          </a:xfrm>
          <a:prstGeom prst="ellipse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411480" y="1234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914400" y="1207008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clicking any link — check the sender's real email address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411480" y="1883664"/>
            <a:ext cx="347472" cy="347472"/>
          </a:xfrm>
          <a:prstGeom prst="ellipse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411480" y="18836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914400" y="1856232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over links to preview the real URL before clicking</a:t>
            </a:r>
            <a:endParaRPr lang="en-US" sz="1400" dirty="0"/>
          </a:p>
        </p:txBody>
      </p:sp>
      <p:sp>
        <p:nvSpPr>
          <p:cNvPr id="64" name="Shape 62"/>
          <p:cNvSpPr/>
          <p:nvPr/>
        </p:nvSpPr>
        <p:spPr>
          <a:xfrm>
            <a:off x="411480" y="2532888"/>
            <a:ext cx="347472" cy="34747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411480" y="25328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300" dirty="0"/>
          </a:p>
        </p:txBody>
      </p:sp>
      <p:sp>
        <p:nvSpPr>
          <p:cNvPr id="66" name="Text 64"/>
          <p:cNvSpPr/>
          <p:nvPr/>
        </p:nvSpPr>
        <p:spPr>
          <a:xfrm>
            <a:off x="914400" y="2505456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give your password or code to anyone over email or phone</a:t>
            </a:r>
            <a:endParaRPr lang="en-US" sz="1400" dirty="0"/>
          </a:p>
        </p:txBody>
      </p:sp>
      <p:sp>
        <p:nvSpPr>
          <p:cNvPr id="67" name="Shape 65"/>
          <p:cNvSpPr/>
          <p:nvPr/>
        </p:nvSpPr>
        <p:spPr>
          <a:xfrm>
            <a:off x="411480" y="3182112"/>
            <a:ext cx="347472" cy="3474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411480" y="3182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300" dirty="0"/>
          </a:p>
        </p:txBody>
      </p:sp>
      <p:sp>
        <p:nvSpPr>
          <p:cNvPr id="69" name="Text 67"/>
          <p:cNvSpPr/>
          <p:nvPr/>
        </p:nvSpPr>
        <p:spPr>
          <a:xfrm>
            <a:off x="914400" y="3154680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2FA on email, banking, and social media accounts</a:t>
            </a:r>
            <a:endParaRPr lang="en-US" sz="1400" dirty="0"/>
          </a:p>
        </p:txBody>
      </p:sp>
      <p:sp>
        <p:nvSpPr>
          <p:cNvPr id="70" name="Shape 68"/>
          <p:cNvSpPr/>
          <p:nvPr/>
        </p:nvSpPr>
        <p:spPr>
          <a:xfrm>
            <a:off x="411480" y="3831336"/>
            <a:ext cx="347472" cy="34747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411480" y="38313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300" dirty="0"/>
          </a:p>
        </p:txBody>
      </p:sp>
      <p:sp>
        <p:nvSpPr>
          <p:cNvPr id="72" name="Text 70"/>
          <p:cNvSpPr/>
          <p:nvPr/>
        </p:nvSpPr>
        <p:spPr>
          <a:xfrm>
            <a:off x="914400" y="3803904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something feels suspicious — trust your gut and delete it</a:t>
            </a:r>
            <a:endParaRPr lang="en-US" sz="1400" dirty="0"/>
          </a:p>
        </p:txBody>
      </p:sp>
      <p:sp>
        <p:nvSpPr>
          <p:cNvPr id="73" name="Shape 71"/>
          <p:cNvSpPr/>
          <p:nvPr/>
        </p:nvSpPr>
        <p:spPr>
          <a:xfrm>
            <a:off x="0" y="4645152"/>
            <a:ext cx="9144000" cy="498348"/>
          </a:xfrm>
          <a:prstGeom prst="rect">
            <a:avLst/>
          </a:prstGeom>
          <a:solidFill>
            <a:srgbClr val="2ECC71">
              <a:alpha val="15000"/>
            </a:srgbClr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457200" y="468172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Ask away — staying safe online is everyone's job.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546</Words>
  <Application>Microsoft Macintosh PowerPoint</Application>
  <PresentationFormat>On-screen Show (16:9)</PresentationFormat>
  <Paragraphs>92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Cybersecurity for the Family</dc:title>
  <dc:subject>PptxGenJS Presentation</dc:subject>
  <dc:creator>Justin</dc:creator>
  <cp:lastModifiedBy>Roy, Justin</cp:lastModifiedBy>
  <cp:revision>1</cp:revision>
  <dcterms:created xsi:type="dcterms:W3CDTF">2026-04-01T10:42:24Z</dcterms:created>
  <dcterms:modified xsi:type="dcterms:W3CDTF">2026-04-01T10:46:07Z</dcterms:modified>
</cp:coreProperties>
</file>